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4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12-Feb-19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12-Feb-19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12-Feb-19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64B7D-2BBD-4139-8811-5007FB1453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1113267"/>
          </a:xfrm>
        </p:spPr>
        <p:txBody>
          <a:bodyPr/>
          <a:lstStyle/>
          <a:p>
            <a:r>
              <a:rPr lang="en-US" dirty="0"/>
              <a:t>Medchain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E12B3-5445-4535-991D-CFADE1BFE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5" y="2870043"/>
            <a:ext cx="6831673" cy="1086237"/>
          </a:xfrm>
        </p:spPr>
        <p:txBody>
          <a:bodyPr/>
          <a:lstStyle/>
          <a:p>
            <a:r>
              <a:rPr lang="en-US" dirty="0" err="1"/>
              <a:t>Aplica</a:t>
            </a:r>
            <a:r>
              <a:rPr lang="ro-RO" dirty="0"/>
              <a:t>ție a tehnologiei blockchain în domeniul medical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16DC0D5-279E-4799-8681-B780746EF2C2}"/>
              </a:ext>
            </a:extLst>
          </p:cNvPr>
          <p:cNvSpPr txBox="1">
            <a:spLocks/>
          </p:cNvSpPr>
          <p:nvPr/>
        </p:nvSpPr>
        <p:spPr>
          <a:xfrm>
            <a:off x="1203922" y="4137259"/>
            <a:ext cx="6831673" cy="1086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Rom</a:t>
            </a:r>
            <a:r>
              <a:rPr lang="ro-RO" dirty="0" err="1"/>
              <a:t>ănescu</a:t>
            </a:r>
            <a:r>
              <a:rPr lang="ro-RO" dirty="0"/>
              <a:t> Răzvan</a:t>
            </a:r>
          </a:p>
          <a:p>
            <a:pPr algn="l"/>
            <a:r>
              <a:rPr lang="ro-RO" dirty="0"/>
              <a:t>Coordonator</a:t>
            </a:r>
            <a:r>
              <a:rPr lang="en-US" dirty="0"/>
              <a:t>:</a:t>
            </a:r>
            <a:r>
              <a:rPr lang="ro-RO" dirty="0"/>
              <a:t> Prof. Colab. Olariu Florin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35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1240-D47E-41EF-BD8D-3AB5CE2D6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Agenda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46105-60AB-4643-88A5-4C9BD7475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Medchain – prezentare generală</a:t>
            </a:r>
          </a:p>
          <a:p>
            <a:r>
              <a:rPr lang="ro-RO" dirty="0"/>
              <a:t>Introducere în Ethereum și tehnologia blockchain</a:t>
            </a:r>
          </a:p>
          <a:p>
            <a:r>
              <a:rPr lang="ro-RO" dirty="0"/>
              <a:t>Arhitectura aplicației</a:t>
            </a:r>
          </a:p>
          <a:p>
            <a:r>
              <a:rPr lang="ro-RO" dirty="0"/>
              <a:t>Live </a:t>
            </a:r>
            <a:r>
              <a:rPr lang="ro-RO" dirty="0" err="1"/>
              <a:t>Demo</a:t>
            </a:r>
            <a:endParaRPr lang="ro-RO" dirty="0"/>
          </a:p>
          <a:p>
            <a:r>
              <a:rPr lang="ro-RO" dirty="0"/>
              <a:t>Întrebări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14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87223-9F36-49A8-AE42-984DABC07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Medchain – prezentare generală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B57B2-49D8-4147-9469-B97B137B8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853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F7680-32AF-43E5-86F4-7EDAE0C33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Introducere în Ethereum și tehnologia blockchain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D08F-04EE-46E4-B718-0CAAE1A0D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7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FA3BE-F01B-4B26-A4A6-69FFB2279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Arhitectura aplicației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190B40-89FB-4537-8336-4FAC48AF4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8425" y="2509837"/>
            <a:ext cx="7067550" cy="3133725"/>
          </a:xfrm>
        </p:spPr>
      </p:pic>
    </p:spTree>
    <p:extLst>
      <p:ext uri="{BB962C8B-B14F-4D97-AF65-F5344CB8AC3E}">
        <p14:creationId xmlns:p14="http://schemas.microsoft.com/office/powerpoint/2010/main" val="6473627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A7C0-6C10-4932-BA3F-2DFE52815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986F8-30EB-4F3B-B1C2-6D297D319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59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DABE-B149-4F93-B121-7BFFB388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Întrebări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EC525-A4DC-4EDD-A98C-1545B70C0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10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FF6AE-AA6F-483A-8FD1-3CD811BC6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Vă mulțumesc!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28E29-CFB3-4598-833C-F54E48790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914025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8</TotalTime>
  <Words>53</Words>
  <Application>Microsoft Office PowerPoint</Application>
  <PresentationFormat>Widescreen</PresentationFormat>
  <Paragraphs>16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Franklin Gothic Book</vt:lpstr>
      <vt:lpstr>Crop</vt:lpstr>
      <vt:lpstr>Medchain</vt:lpstr>
      <vt:lpstr>Agenda</vt:lpstr>
      <vt:lpstr>Medchain – prezentare generală</vt:lpstr>
      <vt:lpstr>Introducere în Ethereum și tehnologia blockchain</vt:lpstr>
      <vt:lpstr>Arhitectura aplicației</vt:lpstr>
      <vt:lpstr>Demo</vt:lpstr>
      <vt:lpstr>Întrebări</vt:lpstr>
      <vt:lpstr>Vă mulțumesc!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Medchain</dc:title>
  <dc:creator>Razvan Romanescu</dc:creator>
  <cp:lastModifiedBy>Razvan Romanescu</cp:lastModifiedBy>
  <cp:revision>17</cp:revision>
  <dcterms:created xsi:type="dcterms:W3CDTF">2019-02-11T09:59:26Z</dcterms:created>
  <dcterms:modified xsi:type="dcterms:W3CDTF">2019-02-12T19:55:46Z</dcterms:modified>
</cp:coreProperties>
</file>