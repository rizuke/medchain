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11-Feb-19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11-Feb-19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11-Feb-19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11-Feb-19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11-Feb-19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11-Feb-19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64B7D-2BBD-4139-8811-5007FB145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Medchain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E12B3-5445-4535-991D-CFADE1BFE7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Aplica</a:t>
            </a:r>
            <a:r>
              <a:rPr lang="ro-RO" dirty="0"/>
              <a:t>ție a tehnologiei blockchain în domeniul medical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35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1240-D47E-41EF-BD8D-3AB5CE2D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6105-60AB-4643-88A5-4C9BD747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Ideea </a:t>
            </a:r>
            <a:r>
              <a:rPr lang="ro-RO"/>
              <a:t>aplicației Medchain</a:t>
            </a:r>
            <a:endParaRPr lang="ro-RO" dirty="0"/>
          </a:p>
          <a:p>
            <a:r>
              <a:rPr lang="ro-RO" dirty="0"/>
              <a:t>Introducere în Ethereum</a:t>
            </a:r>
          </a:p>
          <a:p>
            <a:r>
              <a:rPr lang="ro-RO" dirty="0"/>
              <a:t>Arhitectura aplicației</a:t>
            </a:r>
          </a:p>
          <a:p>
            <a:r>
              <a:rPr lang="ro-RO" dirty="0"/>
              <a:t>Live </a:t>
            </a:r>
            <a:r>
              <a:rPr lang="ro-RO" dirty="0" err="1"/>
              <a:t>Demo</a:t>
            </a:r>
            <a:endParaRPr lang="ro-RO" dirty="0"/>
          </a:p>
          <a:p>
            <a:r>
              <a:rPr lang="ro-RO" dirty="0"/>
              <a:t>Q &amp;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1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87223-9F36-49A8-AE42-984DABC0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Ideea aplicației Medchain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57B2-49D8-4147-9469-B97B137B8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53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7680-32AF-43E5-86F4-7EDAE0C3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Introducere în Ethereum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D08F-04EE-46E4-B718-0CAAE1A0D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7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A3BE-F01B-4B26-A4A6-69FFB227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aplicației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53180-9FB9-4DE5-BA14-13447B0C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A7C0-6C10-4932-BA3F-2DFE5281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Live </a:t>
            </a:r>
            <a:r>
              <a:rPr lang="ro-RO" dirty="0" err="1"/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986F8-30EB-4F3B-B1C2-6D297D319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5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DABE-B149-4F93-B121-7BFFB388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Întrebări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EC525-A4DC-4EDD-A98C-1545B70C0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10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F6AE-AA6F-483A-8FD1-3CD811BC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Vă mulțumesc!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8E29-CFB3-4598-833C-F54E48790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1402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5</TotalTime>
  <Words>37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Franklin Gothic Book</vt:lpstr>
      <vt:lpstr>Crop</vt:lpstr>
      <vt:lpstr>Medchain</vt:lpstr>
      <vt:lpstr>Agenda</vt:lpstr>
      <vt:lpstr>Ideea aplicației Medchain</vt:lpstr>
      <vt:lpstr>Introducere în Ethereum</vt:lpstr>
      <vt:lpstr>Arhitectura aplicației</vt:lpstr>
      <vt:lpstr>Live Demo</vt:lpstr>
      <vt:lpstr>Întrebări</vt:lpstr>
      <vt:lpstr>Vă mulțumesc!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Medchain</dc:title>
  <dc:creator>Razvan Romanescu</dc:creator>
  <cp:lastModifiedBy>Razvan Romanescu</cp:lastModifiedBy>
  <cp:revision>7</cp:revision>
  <dcterms:created xsi:type="dcterms:W3CDTF">2019-02-11T09:59:26Z</dcterms:created>
  <dcterms:modified xsi:type="dcterms:W3CDTF">2019-02-11T10:32:07Z</dcterms:modified>
</cp:coreProperties>
</file>